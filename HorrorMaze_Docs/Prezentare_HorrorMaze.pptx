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82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4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382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4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5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1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5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9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8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ogre3d.org/tiki-index.php?page=-Point+Light+Attenuation" TargetMode="External"/><Relationship Id="rId2" Type="http://schemas.openxmlformats.org/officeDocument/2006/relationships/hyperlink" Target="https://learnopengl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hilliplemons.com/posts/ray-casting-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Horror Maze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Prezentare proiect OpenGL</a:t>
            </a:r>
          </a:p>
          <a:p>
            <a:r>
              <a:t>Autor: Ioan Bogdan-Gabriel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Proiectul</a:t>
            </a:r>
            <a:r>
              <a:rPr dirty="0"/>
              <a:t> </a:t>
            </a:r>
            <a:r>
              <a:rPr dirty="0" err="1"/>
              <a:t>propune</a:t>
            </a:r>
            <a:r>
              <a:rPr dirty="0"/>
              <a:t> </a:t>
            </a:r>
            <a:r>
              <a:rPr dirty="0" err="1"/>
              <a:t>realizarea</a:t>
            </a:r>
            <a:r>
              <a:rPr dirty="0"/>
              <a:t> </a:t>
            </a:r>
            <a:r>
              <a:rPr dirty="0" err="1"/>
              <a:t>unei</a:t>
            </a:r>
            <a:r>
              <a:rPr dirty="0"/>
              <a:t> </a:t>
            </a:r>
            <a:r>
              <a:rPr dirty="0" err="1"/>
              <a:t>aplicații</a:t>
            </a:r>
            <a:r>
              <a:rPr dirty="0"/>
              <a:t> 3D interactive, cu </a:t>
            </a:r>
            <a:r>
              <a:rPr dirty="0" err="1"/>
              <a:t>tematică</a:t>
            </a:r>
            <a:r>
              <a:rPr dirty="0"/>
              <a:t> horror, </a:t>
            </a:r>
            <a:r>
              <a:rPr dirty="0" err="1"/>
              <a:t>în</a:t>
            </a:r>
            <a:r>
              <a:rPr dirty="0"/>
              <a:t> care </a:t>
            </a:r>
            <a:r>
              <a:rPr dirty="0" err="1"/>
              <a:t>jucătorul</a:t>
            </a:r>
            <a:r>
              <a:rPr dirty="0"/>
              <a:t> </a:t>
            </a:r>
            <a:r>
              <a:rPr dirty="0" err="1"/>
              <a:t>parcurge</a:t>
            </a:r>
            <a:r>
              <a:rPr dirty="0"/>
              <a:t> un </a:t>
            </a:r>
            <a:r>
              <a:rPr dirty="0" err="1"/>
              <a:t>coridor</a:t>
            </a:r>
            <a:r>
              <a:rPr dirty="0"/>
              <a:t> </a:t>
            </a:r>
            <a:r>
              <a:rPr dirty="0" err="1"/>
              <a:t>infinit</a:t>
            </a:r>
            <a:r>
              <a:rPr dirty="0"/>
              <a:t>.</a:t>
            </a:r>
          </a:p>
          <a:p>
            <a:r>
              <a:rPr dirty="0" err="1"/>
              <a:t>Atmosfera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neliniștitoare</a:t>
            </a:r>
            <a:r>
              <a:rPr dirty="0"/>
              <a:t>, </a:t>
            </a:r>
            <a:r>
              <a:rPr dirty="0" err="1"/>
              <a:t>iar</a:t>
            </a:r>
            <a:r>
              <a:rPr dirty="0"/>
              <a:t> </a:t>
            </a:r>
            <a:r>
              <a:rPr dirty="0" err="1"/>
              <a:t>spațiul</a:t>
            </a:r>
            <a:r>
              <a:rPr dirty="0"/>
              <a:t> </a:t>
            </a:r>
            <a:r>
              <a:rPr dirty="0" err="1"/>
              <a:t>reacționează</a:t>
            </a:r>
            <a:r>
              <a:rPr dirty="0"/>
              <a:t> </a:t>
            </a:r>
            <a:r>
              <a:rPr dirty="0" err="1"/>
              <a:t>dinamic</a:t>
            </a:r>
            <a:r>
              <a:rPr dirty="0"/>
              <a:t> la </a:t>
            </a:r>
            <a:r>
              <a:rPr dirty="0" err="1"/>
              <a:t>deplasarea</a:t>
            </a:r>
            <a:r>
              <a:rPr dirty="0"/>
              <a:t> </a:t>
            </a:r>
            <a:r>
              <a:rPr dirty="0" err="1"/>
              <a:t>jucătorului</a:t>
            </a:r>
            <a:r>
              <a:rPr dirty="0"/>
              <a:t>.</a:t>
            </a:r>
          </a:p>
          <a:p>
            <a:r>
              <a:rPr dirty="0" err="1"/>
              <a:t>Obiectivele</a:t>
            </a:r>
            <a:r>
              <a:rPr dirty="0"/>
              <a:t> </a:t>
            </a:r>
            <a:r>
              <a:rPr dirty="0" err="1"/>
              <a:t>principale</a:t>
            </a:r>
            <a:r>
              <a:rPr dirty="0"/>
              <a:t> au </a:t>
            </a:r>
            <a:r>
              <a:rPr dirty="0" err="1"/>
              <a:t>inclus</a:t>
            </a:r>
            <a:r>
              <a:rPr dirty="0"/>
              <a:t>: </a:t>
            </a:r>
            <a:r>
              <a:rPr dirty="0" err="1"/>
              <a:t>generarea</a:t>
            </a:r>
            <a:r>
              <a:rPr dirty="0"/>
              <a:t> </a:t>
            </a:r>
            <a:r>
              <a:rPr dirty="0" err="1"/>
              <a:t>procedurală</a:t>
            </a:r>
            <a:r>
              <a:rPr dirty="0"/>
              <a:t> a </a:t>
            </a:r>
            <a:r>
              <a:rPr dirty="0" err="1"/>
              <a:t>coridorului</a:t>
            </a:r>
            <a:r>
              <a:rPr dirty="0"/>
              <a:t>, </a:t>
            </a:r>
            <a:r>
              <a:rPr dirty="0" err="1"/>
              <a:t>coliziuni</a:t>
            </a:r>
            <a:r>
              <a:rPr dirty="0"/>
              <a:t>, </a:t>
            </a:r>
            <a:r>
              <a:rPr dirty="0" err="1"/>
              <a:t>meniu</a:t>
            </a:r>
            <a:r>
              <a:rPr dirty="0"/>
              <a:t> de start/</a:t>
            </a:r>
            <a:r>
              <a:rPr dirty="0" err="1"/>
              <a:t>pauză</a:t>
            </a:r>
            <a:r>
              <a:rPr lang="ro-RO" dirty="0"/>
              <a:t>/end-game</a:t>
            </a:r>
            <a:r>
              <a:rPr dirty="0"/>
              <a:t> </a:t>
            </a:r>
            <a:r>
              <a:rPr dirty="0" err="1"/>
              <a:t>și</a:t>
            </a:r>
            <a:r>
              <a:rPr dirty="0"/>
              <a:t> o </a:t>
            </a:r>
            <a:r>
              <a:rPr dirty="0" err="1"/>
              <a:t>lanternă</a:t>
            </a:r>
            <a:r>
              <a:rPr dirty="0"/>
              <a:t> </a:t>
            </a:r>
            <a:r>
              <a:rPr dirty="0" err="1"/>
              <a:t>interactivă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Tehnologii utilizate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OpenGL 3.3 Core + </a:t>
            </a:r>
            <a:r>
              <a:rPr dirty="0" err="1"/>
              <a:t>FreeGLUT</a:t>
            </a:r>
            <a:r>
              <a:rPr dirty="0"/>
              <a:t> (</a:t>
            </a:r>
            <a:r>
              <a:rPr dirty="0" err="1"/>
              <a:t>randare</a:t>
            </a:r>
            <a:r>
              <a:rPr dirty="0"/>
              <a:t> </a:t>
            </a:r>
            <a:r>
              <a:rPr dirty="0" err="1"/>
              <a:t>și</a:t>
            </a:r>
            <a:r>
              <a:rPr dirty="0"/>
              <a:t> input)</a:t>
            </a:r>
          </a:p>
          <a:p>
            <a:r>
              <a:rPr dirty="0"/>
              <a:t>C / C++ (</a:t>
            </a:r>
            <a:r>
              <a:rPr dirty="0" err="1"/>
              <a:t>logica</a:t>
            </a:r>
            <a:r>
              <a:rPr dirty="0"/>
              <a:t> </a:t>
            </a:r>
            <a:r>
              <a:rPr dirty="0" err="1"/>
              <a:t>aplicației</a:t>
            </a:r>
            <a:r>
              <a:rPr dirty="0"/>
              <a:t>)</a:t>
            </a:r>
          </a:p>
          <a:p>
            <a:r>
              <a:rPr dirty="0" err="1"/>
              <a:t>stb_image.h</a:t>
            </a:r>
            <a:r>
              <a:rPr dirty="0"/>
              <a:t> (</a:t>
            </a:r>
            <a:r>
              <a:rPr dirty="0" err="1"/>
              <a:t>încărcare</a:t>
            </a:r>
            <a:r>
              <a:rPr dirty="0"/>
              <a:t> </a:t>
            </a:r>
            <a:r>
              <a:rPr dirty="0" err="1"/>
              <a:t>texturi</a:t>
            </a:r>
            <a:r>
              <a:rPr dirty="0"/>
              <a:t> PNG/JPEG)</a:t>
            </a:r>
          </a:p>
          <a:p>
            <a:r>
              <a:rPr dirty="0"/>
              <a:t>GLSL (shader-e: </a:t>
            </a:r>
            <a:r>
              <a:rPr dirty="0" err="1"/>
              <a:t>iluminare</a:t>
            </a:r>
            <a:r>
              <a:rPr dirty="0"/>
              <a:t>, </a:t>
            </a:r>
            <a:r>
              <a:rPr dirty="0" err="1"/>
              <a:t>texturi</a:t>
            </a:r>
            <a:r>
              <a:rPr dirty="0"/>
              <a:t>, </a:t>
            </a:r>
            <a:r>
              <a:rPr dirty="0" err="1"/>
              <a:t>lanternă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Implementare – Coridor și coliziuni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Clasă HallwaySegment și subclase: Wall, Door, Floor, Light</a:t>
            </a:r>
          </a:p>
          <a:p>
            <a:r>
              <a:t>Detecție coliziuni OBB (Oriented Bounding Box) cu ray casting</a:t>
            </a:r>
          </a:p>
          <a:p>
            <a:r>
              <a:t>Segmentare procedurală: reciclare segmente pentru efect infinit</a:t>
            </a:r>
          </a:p>
          <a:p>
            <a:r>
              <a:t>Rotiri și translații pentru aliniere corectă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 iluminare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Iluminare Phong (ambientală, difuză, speculară)</a:t>
            </a:r>
          </a:p>
          <a:p>
            <a:r>
              <a:t>Surse punctiforme statice și lanternă direcțională</a:t>
            </a:r>
          </a:p>
          <a:p>
            <a:r>
              <a:t>Spotlight: cutOff + outerCutOff pentru estompare</a:t>
            </a:r>
          </a:p>
          <a:p>
            <a:r>
              <a:t>Atenuare în funcție de distanță</a:t>
            </a:r>
          </a:p>
          <a:p>
            <a:r>
              <a:t>Blocare lumină cu ray casting și verificare coliziune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Mecanici de joc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Mișcare</a:t>
            </a:r>
            <a:r>
              <a:rPr lang="en-US" dirty="0"/>
              <a:t> </a:t>
            </a:r>
            <a:r>
              <a:rPr dirty="0"/>
              <a:t>(WASD + mouse)</a:t>
            </a:r>
          </a:p>
          <a:p>
            <a:r>
              <a:rPr dirty="0" err="1"/>
              <a:t>Lanternă</a:t>
            </a:r>
            <a:r>
              <a:rPr dirty="0"/>
              <a:t> toggle (</a:t>
            </a:r>
            <a:r>
              <a:rPr dirty="0" err="1"/>
              <a:t>tasta</a:t>
            </a:r>
            <a:r>
              <a:rPr dirty="0"/>
              <a:t> Q)</a:t>
            </a:r>
          </a:p>
          <a:p>
            <a:r>
              <a:rPr dirty="0" err="1"/>
              <a:t>Uși</a:t>
            </a:r>
            <a:r>
              <a:rPr dirty="0"/>
              <a:t> interactive (</a:t>
            </a:r>
            <a:r>
              <a:rPr dirty="0" err="1"/>
              <a:t>tasta</a:t>
            </a:r>
            <a:r>
              <a:rPr dirty="0"/>
              <a:t> F) – </a:t>
            </a:r>
            <a:r>
              <a:rPr dirty="0" err="1"/>
              <a:t>animație</a:t>
            </a:r>
            <a:r>
              <a:rPr dirty="0"/>
              <a:t> de </a:t>
            </a:r>
            <a:r>
              <a:rPr dirty="0" err="1"/>
              <a:t>rotație</a:t>
            </a:r>
            <a:endParaRPr dirty="0"/>
          </a:p>
          <a:p>
            <a:r>
              <a:rPr dirty="0" err="1"/>
              <a:t>Meniu</a:t>
            </a:r>
            <a:r>
              <a:rPr dirty="0"/>
              <a:t> de start (</a:t>
            </a:r>
            <a:r>
              <a:rPr dirty="0" err="1"/>
              <a:t>negru</a:t>
            </a:r>
            <a:r>
              <a:rPr dirty="0"/>
              <a:t>)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pauză</a:t>
            </a:r>
            <a:r>
              <a:rPr dirty="0"/>
              <a:t> (overlay </a:t>
            </a:r>
            <a:r>
              <a:rPr dirty="0" err="1"/>
              <a:t>semiopac</a:t>
            </a:r>
            <a:r>
              <a:rPr dirty="0"/>
              <a:t>)</a:t>
            </a:r>
          </a:p>
          <a:p>
            <a:r>
              <a:rPr dirty="0" err="1"/>
              <a:t>Coliziune</a:t>
            </a:r>
            <a:r>
              <a:rPr dirty="0"/>
              <a:t> </a:t>
            </a:r>
            <a:r>
              <a:rPr dirty="0" err="1"/>
              <a:t>jucător</a:t>
            </a:r>
            <a:r>
              <a:rPr dirty="0"/>
              <a:t> cu </a:t>
            </a:r>
            <a:r>
              <a:rPr dirty="0" err="1"/>
              <a:t>pereți</a:t>
            </a:r>
            <a:r>
              <a:rPr dirty="0"/>
              <a:t>/</a:t>
            </a:r>
            <a:r>
              <a:rPr dirty="0" err="1"/>
              <a:t>uși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Rezultate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Jocul pornește dintr-un meniu simplu, iar jucătorul este introdus într-un coridor întunecat.</a:t>
            </a:r>
          </a:p>
          <a:p>
            <a:r>
              <a:t>Lanterna permite explorarea zonelor întunecate. Ușile se deschid la interacțiune.</a:t>
            </a:r>
          </a:p>
          <a:p>
            <a:r>
              <a:t>Pauza oprește mișcarea și adaugă un overlay transparent pe ecran.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D9AE27-5E0D-23FE-1F7C-54120B4DB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33" y="324884"/>
            <a:ext cx="3869341" cy="31041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A097B8-219C-89C6-0F4F-BA3F5A367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23" y="3621384"/>
            <a:ext cx="3942453" cy="30811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8D7419-2B61-9DD6-7D09-F9265644D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084" y="3621384"/>
            <a:ext cx="3910293" cy="30811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8FBDE6-1B07-05A4-212E-5AE89F5EBFCF}"/>
              </a:ext>
            </a:extLst>
          </p:cNvPr>
          <p:cNvSpPr txBox="1"/>
          <p:nvPr/>
        </p:nvSpPr>
        <p:spPr>
          <a:xfrm>
            <a:off x="4184371" y="4746446"/>
            <a:ext cx="775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“P”</a:t>
            </a:r>
          </a:p>
          <a:p>
            <a:pPr algn="ctr"/>
            <a:r>
              <a:rPr lang="en-US" sz="2400" b="1" dirty="0"/>
              <a:t>=&gt;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7CB3089-ADA4-4638-3561-B6242885BA02}"/>
              </a:ext>
            </a:extLst>
          </p:cNvPr>
          <p:cNvCxnSpPr/>
          <p:nvPr/>
        </p:nvCxnSpPr>
        <p:spPr>
          <a:xfrm rot="5400000">
            <a:off x="566834" y="1829234"/>
            <a:ext cx="1872000" cy="132926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DE517B8-AD41-6FCF-E0D9-56028C1B4478}"/>
              </a:ext>
            </a:extLst>
          </p:cNvPr>
          <p:cNvSpPr txBox="1"/>
          <p:nvPr/>
        </p:nvSpPr>
        <p:spPr>
          <a:xfrm>
            <a:off x="205623" y="2118268"/>
            <a:ext cx="2015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Apasă orice tastă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3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348884-BFF2-ACB3-D5ED-73837B802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0" y="125182"/>
            <a:ext cx="3980190" cy="31188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E2BAF3-21B0-F0A1-D232-9ADACEF2C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055" y="1788761"/>
            <a:ext cx="4140688" cy="320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59FEEF-B5D8-70FB-D799-00A69AE4A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79" y="3509836"/>
            <a:ext cx="4140688" cy="3222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6717D4-AF05-7ABB-A975-B9BA0F7E7391}"/>
              </a:ext>
            </a:extLst>
          </p:cNvPr>
          <p:cNvSpPr txBox="1"/>
          <p:nvPr/>
        </p:nvSpPr>
        <p:spPr>
          <a:xfrm>
            <a:off x="5147733" y="6083508"/>
            <a:ext cx="3038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o-RO" dirty="0"/>
              <a:t>Lanterna, luminile statice </a:t>
            </a:r>
          </a:p>
          <a:p>
            <a:pPr algn="r"/>
            <a:r>
              <a:rPr lang="ro-RO" dirty="0"/>
              <a:t>și animația ușilor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72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Majoritatea</a:t>
            </a:r>
            <a:r>
              <a:rPr dirty="0"/>
              <a:t> </a:t>
            </a:r>
            <a:r>
              <a:rPr dirty="0" err="1"/>
              <a:t>funcționalitățile</a:t>
            </a:r>
            <a:r>
              <a:rPr dirty="0"/>
              <a:t> </a:t>
            </a:r>
            <a:r>
              <a:rPr dirty="0" err="1"/>
              <a:t>majore</a:t>
            </a:r>
            <a:r>
              <a:rPr dirty="0"/>
              <a:t> au </a:t>
            </a:r>
            <a:r>
              <a:rPr dirty="0" err="1"/>
              <a:t>fost</a:t>
            </a:r>
            <a:r>
              <a:rPr dirty="0"/>
              <a:t> </a:t>
            </a:r>
            <a:r>
              <a:rPr dirty="0" err="1"/>
              <a:t>implementate</a:t>
            </a:r>
            <a:r>
              <a:rPr dirty="0"/>
              <a:t> cu succes</a:t>
            </a:r>
            <a:r>
              <a:rPr lang="en-US" dirty="0"/>
              <a:t>s</a:t>
            </a:r>
            <a:endParaRPr lang="ro-RO" dirty="0"/>
          </a:p>
          <a:p>
            <a:pPr lvl="1"/>
            <a:r>
              <a:rPr lang="ro-RO" dirty="0"/>
              <a:t>Lipsește textul de pe ecranul principal, și nu există un final al jocului</a:t>
            </a:r>
            <a:endParaRPr dirty="0"/>
          </a:p>
          <a:p>
            <a:r>
              <a:rPr dirty="0" err="1"/>
              <a:t>Dificultăți</a:t>
            </a:r>
            <a:r>
              <a:rPr dirty="0"/>
              <a:t>: </a:t>
            </a:r>
            <a:r>
              <a:rPr dirty="0" err="1"/>
              <a:t>transformări</a:t>
            </a:r>
            <a:r>
              <a:rPr dirty="0"/>
              <a:t> </a:t>
            </a:r>
            <a:r>
              <a:rPr dirty="0" err="1"/>
              <a:t>ierarhice</a:t>
            </a:r>
            <a:r>
              <a:rPr dirty="0"/>
              <a:t>, </a:t>
            </a:r>
            <a:r>
              <a:rPr dirty="0" err="1"/>
              <a:t>coliziuni</a:t>
            </a:r>
            <a:r>
              <a:rPr dirty="0"/>
              <a:t> OBB, </a:t>
            </a:r>
            <a:r>
              <a:rPr dirty="0" err="1"/>
              <a:t>iluminare</a:t>
            </a:r>
            <a:r>
              <a:rPr dirty="0"/>
              <a:t> </a:t>
            </a:r>
            <a:r>
              <a:rPr dirty="0" err="1"/>
              <a:t>multiplă</a:t>
            </a:r>
            <a:endParaRPr dirty="0"/>
          </a:p>
          <a:p>
            <a:r>
              <a:rPr dirty="0" err="1"/>
              <a:t>Proiect</a:t>
            </a:r>
            <a:r>
              <a:rPr dirty="0"/>
              <a:t> </a:t>
            </a:r>
            <a:r>
              <a:rPr dirty="0" err="1"/>
              <a:t>complet</a:t>
            </a:r>
            <a:r>
              <a:rPr dirty="0"/>
              <a:t> </a:t>
            </a:r>
            <a:r>
              <a:rPr dirty="0" err="1"/>
              <a:t>funcțional</a:t>
            </a:r>
            <a:r>
              <a:rPr dirty="0"/>
              <a:t>, </a:t>
            </a:r>
            <a:r>
              <a:rPr dirty="0" err="1"/>
              <a:t>extensibil</a:t>
            </a:r>
            <a:r>
              <a:rPr dirty="0"/>
              <a:t> pe </a:t>
            </a:r>
            <a:r>
              <a:rPr dirty="0" err="1"/>
              <a:t>viitor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Direcții viitoare și contribuție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Adăugare</a:t>
            </a:r>
            <a:r>
              <a:rPr dirty="0"/>
              <a:t> </a:t>
            </a:r>
            <a:r>
              <a:rPr dirty="0" err="1"/>
              <a:t>sunet</a:t>
            </a:r>
            <a:r>
              <a:rPr dirty="0"/>
              <a:t> 3D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efecte</a:t>
            </a:r>
            <a:r>
              <a:rPr dirty="0"/>
              <a:t> </a:t>
            </a:r>
            <a:r>
              <a:rPr dirty="0" err="1"/>
              <a:t>vizuale</a:t>
            </a:r>
            <a:r>
              <a:rPr dirty="0"/>
              <a:t> </a:t>
            </a:r>
            <a:r>
              <a:rPr dirty="0" err="1"/>
              <a:t>avansate</a:t>
            </a:r>
            <a:endParaRPr dirty="0"/>
          </a:p>
          <a:p>
            <a:r>
              <a:rPr dirty="0" err="1"/>
              <a:t>Limitare</a:t>
            </a:r>
            <a:r>
              <a:rPr dirty="0"/>
              <a:t> </a:t>
            </a:r>
            <a:r>
              <a:rPr dirty="0" err="1"/>
              <a:t>durată</a:t>
            </a:r>
            <a:r>
              <a:rPr dirty="0"/>
              <a:t> </a:t>
            </a:r>
            <a:r>
              <a:rPr dirty="0" err="1"/>
              <a:t>lanternă</a:t>
            </a:r>
            <a:r>
              <a:rPr dirty="0"/>
              <a:t>, scene multiple</a:t>
            </a:r>
          </a:p>
          <a:p>
            <a:r>
              <a:rPr dirty="0" err="1"/>
              <a:t>Contribuție</a:t>
            </a:r>
            <a:r>
              <a:rPr dirty="0"/>
              <a:t> </a:t>
            </a:r>
            <a:r>
              <a:rPr dirty="0" err="1"/>
              <a:t>personală</a:t>
            </a:r>
            <a:r>
              <a:rPr dirty="0"/>
              <a:t>: cod </a:t>
            </a:r>
            <a:r>
              <a:rPr dirty="0" err="1"/>
              <a:t>scris</a:t>
            </a:r>
            <a:r>
              <a:rPr dirty="0"/>
              <a:t> manual, cu </a:t>
            </a:r>
            <a:r>
              <a:rPr dirty="0" err="1"/>
              <a:t>referințe</a:t>
            </a:r>
            <a:r>
              <a:rPr dirty="0"/>
              <a:t> </a:t>
            </a:r>
            <a:r>
              <a:rPr dirty="0" err="1"/>
              <a:t>LearnOpenGL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124F-7C41-02BB-51A3-D506587D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7E146-25A1-5ABA-1330-F9CC86C9C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>
              <a:lnSpc>
                <a:spcPct val="115000"/>
              </a:lnSpc>
              <a:buFont typeface="Calibri" panose="020F0502020204030204" pitchFamily="34" charset="0"/>
              <a:buChar char="-"/>
            </a:pPr>
            <a:r>
              <a:rPr lang="ro-RO" sz="1800" b="1" u="sng" kern="100" dirty="0">
                <a:solidFill>
                  <a:srgbClr val="044A9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https://learnopengl.com/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alibri" panose="020F0502020204030204" pitchFamily="34" charset="0"/>
              <a:buChar char="-"/>
            </a:pPr>
            <a:r>
              <a:rPr lang="ro-RO" sz="1800" b="1" u="sng" kern="100" dirty="0">
                <a:solidFill>
                  <a:srgbClr val="044A9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https://wiki.ogre3d.org/tiki-index.php?page=-Point+Light+Attenuation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Calibri" panose="020F0502020204030204" pitchFamily="34" charset="0"/>
              <a:buChar char="-"/>
            </a:pPr>
            <a:r>
              <a:rPr lang="ro-RO" sz="1800" b="1" u="sng" kern="100" dirty="0">
                <a:solidFill>
                  <a:srgbClr val="044A9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http://philliplemons.com/posts/ray-casting-algorithm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ro-RO" sz="1800" b="1" kern="100" dirty="0">
                <a:solidFill>
                  <a:srgbClr val="2F559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https://chat.deepseek.com/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9342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24</TotalTime>
  <Words>394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Schoolbook</vt:lpstr>
      <vt:lpstr>Wingdings 2</vt:lpstr>
      <vt:lpstr>View</vt:lpstr>
      <vt:lpstr>Horror Maze</vt:lpstr>
      <vt:lpstr>Introducere</vt:lpstr>
      <vt:lpstr>Tehnologii utilizate</vt:lpstr>
      <vt:lpstr>Implementare – Coridor și coliziuni</vt:lpstr>
      <vt:lpstr>Model de iluminare</vt:lpstr>
      <vt:lpstr>Mecanici de joc</vt:lpstr>
      <vt:lpstr>Rezultate</vt:lpstr>
      <vt:lpstr>PowerPoint Presentation</vt:lpstr>
      <vt:lpstr>PowerPoint Presentation</vt:lpstr>
      <vt:lpstr>Concluzii</vt:lpstr>
      <vt:lpstr>Direcții viitoare și contribuție</vt:lpstr>
      <vt:lpstr>Bibliografie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Bogdan-Gabriel Ioan</dc:creator>
  <cp:keywords/>
  <dc:description>generated using python-pptx</dc:description>
  <cp:lastModifiedBy>Bogdan-Gabriel Ioan</cp:lastModifiedBy>
  <cp:revision>8</cp:revision>
  <dcterms:created xsi:type="dcterms:W3CDTF">2013-01-27T09:14:16Z</dcterms:created>
  <dcterms:modified xsi:type="dcterms:W3CDTF">2025-06-02T05:52:55Z</dcterms:modified>
  <cp:category/>
</cp:coreProperties>
</file>